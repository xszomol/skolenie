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64008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Historia Goju-Ryu Karate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CCCCC"/>
                </a:solidFill>
              </a:rPr>
              <a:t>Od okinawskych bojovych umeni po olympijske podia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 je Goju-Ryu?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Jeden z hlavnych stylov karate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Nazov pochádza z cinskeho textu Bubishi:</a:t>
            </a:r>
          </a:p>
          <a:p>
            <a:pPr>
              <a:spcBef>
                <a:spcPts val="400"/>
              </a:spcBef>
            </a:pPr>
            <a:r>
              <a:rPr sz="1700" i="1">
                <a:solidFill>
                  <a:srgbClr val="1A1A1A"/>
                </a:solidFill>
              </a:rPr>
              <a:t>GO - tvrdy  /  JU - mäkky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Kombinuje silne linearne techniky s kruhovymi pohybmi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Filozofia: harmonia tvrdeho a makkeho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Korene na Okinawe (19. storocie)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Okinawa - krizovatka obchodu medzi Japonskom a Cinou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Miestny styl: Naha-te - bojove umenie mesta Naha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Silny cinsky vplyv, najma skola Fujian White Crane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Kanryo Higaonna (1853-1915): zakladatelska osobnost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Higaonna studoval v Cine 13+ rokov u majstra Ryu Ryu Ko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Kanryo Higaonna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Narodeny 10. marca 1853 v Naha, Okinawa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Vo veku ~16 rokov odcestoval do Fuzhou (Cina)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Trainoval u Ryu Ryu Ko - majstra bielej zeriacej paste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Po navrate vytvoril system Naha-te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Klucove kata: Sanchin, Seisan, Suparinpei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Prezyvany "Bozske ruky"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Chojun Miyagi - zakladatel Goju-Ryu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Narodeny 25. aprila 1888 v Naha, Okinawa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Od 14 rokov ziak Kanryo Higaonnu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1915: expedicia do Ciny, studium pramenov Naha-te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1929: prvy raz pouzil nazov Goju-Ryu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Vytvoril nove kata: Tensho, Gekisai Dai Ichi &amp; Ni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Zomrel 8. oktobra 1953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Pomenovanie stylu (1929)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Miyagi hladal vystizny nazov pre svoj system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Inspiroval sa cinskym bojovym manualon Bubishi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Citát z Bubishi (8 basni sily):</a:t>
            </a:r>
          </a:p>
          <a:p>
            <a:pPr>
              <a:spcBef>
                <a:spcPts val="400"/>
              </a:spcBef>
            </a:pPr>
            <a:r>
              <a:rPr sz="1700" i="1">
                <a:solidFill>
                  <a:srgbClr val="1A1A1A"/>
                </a:solidFill>
              </a:rPr>
              <a:t>Vsetko vo vesmire dychá tvrde a makke</a:t>
            </a:r>
          </a:p>
          <a:p>
            <a:pPr>
              <a:spcBef>
                <a:spcPts val="400"/>
              </a:spcBef>
            </a:pPr>
            <a:r>
              <a:rPr sz="1700" i="1">
                <a:solidFill>
                  <a:srgbClr val="1A1A1A"/>
                </a:solidFill>
              </a:rPr>
              <a:t>Ho Go Ju Donto - zakon tvrdeho a makkeho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1930: Goju-Ryu officialne registrovane v Japonsku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Sirenie do Japonska a sveta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1930s: Goshi Yamaguchi siri styl v Japonsku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Yamaguchi - prezyvany "Macka" - zaklada japonsku vetvu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1950s-60s: emigranti a vojaci prinasaju karate na Zapad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1974: IOGKF zalozena An-ichi Miyagim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Dnes: miliony praktikantov v 50+ krajinach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Klucove kata Goju-Ryu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Sanchin - tri bitky; dychove a silove kata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Tensho - otacajuce sa dlane; makka energia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Saifa - roztrhni a rozbij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Seiyunchin - utoc, stian, rozdaz rovnovahu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Shisochin - boj do 4 stran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Suparinpei (108) - najdlhsie a najpokrocilajsie kata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Goju-Ryu a olympijske hry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2020 Tokio: karate sa prvykrat objavilo na OH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Kata aj kumite boli sucastou programu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Sandra Sanchez (Spanielsko) - zlata medaila v kata (zeny)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Kata Goju-Ryu boli prezentovane na svetovej scene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2028 Los Angeles: karate zatial nie je v programe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WKF a IOGKF pokracuju v kampani za zaradenie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Goju-Ryu dnes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IOGKF - International Okinawan Goju-Ryu Karate-Do Federation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Hlavne organizacie: IOGKF, JKGA, WKF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Morio Higaonna (1938-) - grandmaster, 10. dan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Styl zachovava tradicne okinawske korene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Trening: hojo undo (silovy trening s tradicnymi pomockami)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1A1A1A"/>
                </a:solidFill>
              </a:rPr>
              <a:t>Chiishi, nigiri game, makiwara - tradicne nastroje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5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Zhrnutie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Goju-Ryu = harmonia tvrdeho a makkeho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Korene: Naha-te -&gt; Higaonna -&gt; Miyagi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Zakladatel: Chojun Miyagi (1888-1953)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Pomenovaný 1929 podla Bubishi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Dnes celosvetovo rozsireny s milionovymi komunitami</a:t>
            </a:r>
          </a:p>
          <a:p>
            <a:pPr>
              <a:spcBef>
                <a:spcPts val="400"/>
              </a:spcBef>
            </a:pPr>
            <a:r>
              <a:rPr sz="2000" i="0">
                <a:solidFill>
                  <a:srgbClr val="FFFFFF"/>
                </a:solidFill>
              </a:rPr>
              <a:t>Motto: "Budo wa heijoshin" - Bojove umenie je pokoj mysle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